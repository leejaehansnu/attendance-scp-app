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6" autoAdjust="0"/>
    <p:restoredTop sz="94660"/>
  </p:normalViewPr>
  <p:slideViewPr>
    <p:cSldViewPr snapToGrid="0">
      <p:cViewPr varScale="1">
        <p:scale>
          <a:sx n="95" d="100"/>
          <a:sy n="95" d="100"/>
        </p:scale>
        <p:origin x="78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E7D3B8-D761-4C32-8FF7-F5BAF7D51B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D805CF-6365-4110-B46C-E4CE43D69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F5FEA2-B276-444E-B955-9E837C786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0A16B-2040-402A-B927-5B00AB06D4D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1A2623-8B3B-40C0-AB0B-EA06E7C83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B65946-410A-4FB8-910D-8B4B0F445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B8171-6461-41D2-9FAA-4CB5D20E75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85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A0F11D-FFF7-4F6D-99EE-34EA92392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A117A3-D585-4677-A21E-7BDF006EF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CFEA3E-50B8-4B42-BDE0-C125B9739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0A16B-2040-402A-B927-5B00AB06D4D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3A0F91-B590-45D0-AEF0-94125BA8A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E67BED-9C1E-4083-A94B-B38AFEA81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B8171-6461-41D2-9FAA-4CB5D20E75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043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C845A-287A-49CF-991B-C129389B5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3B48C4-DD1B-4E62-945F-A0EDA72B5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40CED6-CCE0-4296-93B2-17209837C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0A16B-2040-402A-B927-5B00AB06D4D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363A49-3CA3-44BF-8792-F93B97C9B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B8E05C-294B-423B-84D9-F3E1CD235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B8171-6461-41D2-9FAA-4CB5D20E75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8621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6408D9-E6D9-4EC6-809E-2F48FE0F5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106D06-F5A5-4336-A4F8-7B1A08243B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3BEE75-65B8-471E-9080-D3C680BBD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966CF7-54A0-4AF2-A12C-803EEC1E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0A16B-2040-402A-B927-5B00AB06D4D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ABB554-A172-4A09-8557-6894A84C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3940F1-059F-4081-A8FB-7AA0EDC6C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B8171-6461-41D2-9FAA-4CB5D20E75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0129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34330D-CE27-4C40-961B-9BD72023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0D2951-97A2-4426-8199-6F1AC762E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B97106-8AD7-4832-85A3-62313B1B4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78E4A4-168F-48AC-AF23-C86BD4CE6C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3CA107A-B1B7-4D81-AAE8-24A229B57A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21964F7-9766-464A-8874-D84E8C1C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0A16B-2040-402A-B927-5B00AB06D4D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70D9A63-FEFB-41F5-A301-6DE46752B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8E227B9-80C5-4F35-8553-01EB701D3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B8171-6461-41D2-9FAA-4CB5D20E75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566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B26389-7F31-424F-8D50-045550641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892D68A-4437-4743-AFAB-FFD22995F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0A16B-2040-402A-B927-5B00AB06D4D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90E8D6B-DA9B-4A9A-870B-29AC5F0CE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7E6164-54BD-4DE2-8C2B-C392A7666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B8171-6461-41D2-9FAA-4CB5D20E75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500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AFDDE39-397A-4D19-A8F6-E795B6333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0A16B-2040-402A-B927-5B00AB06D4D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4CF40D-8E6F-4025-A28A-4BE62961D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F45F6A-B25B-4DB7-A142-89AA51A28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B8171-6461-41D2-9FAA-4CB5D20E75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733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99171F-4CCB-4F1B-8EF6-B80AF063E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407133-77B5-4E3E-9AF4-37C1E5E72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148202-D52D-439C-848C-4AD37A145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1AC013-ED77-41B6-A4E2-FDCC27122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0A16B-2040-402A-B927-5B00AB06D4D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F627AB-3C80-46FC-81FE-ECCD8628C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4F4412-9B7E-4F4D-BBC6-088B02ECB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B8171-6461-41D2-9FAA-4CB5D20E75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937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48349D-72EC-4C90-BF49-7C572755C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9E4727-7B4C-4F7A-B86F-957BD70D58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CCC230-9B65-4E7B-B825-4915ADF61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F9021D-D1F8-4E4C-95CF-7CB4A7E70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0A16B-2040-402A-B927-5B00AB06D4D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EA18DA-F79A-4C9F-B1F5-5F62D26B1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AAF437-4718-4E1C-A430-75858B5FB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B8171-6461-41D2-9FAA-4CB5D20E75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00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33B8D0-22BF-4787-AFFB-A403B214D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96FDA9-54D2-4439-A285-55CDBAFCF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9743C2-3CC4-4BA1-940F-F371BAE00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0A16B-2040-402A-B927-5B00AB06D4D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763666-17E3-445D-AA6C-F34099A30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3B5DB2-D4B8-4C07-B834-FB2601D5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B8171-6461-41D2-9FAA-4CB5D20E75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047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A455A63-BF6E-4F96-B62E-FA659E28D0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1488BB-9E8C-44EA-8FB7-B69CE9EA7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D125F4-9547-4142-98E9-A491A4139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0A16B-2040-402A-B927-5B00AB06D4D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1FB240-B59B-4213-9571-0A9614FC7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9B2B2D-5499-4D8E-A01A-C49F462FE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B8171-6461-41D2-9FAA-4CB5D20E75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2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6E3CBD-D644-44D2-9F30-C41C2882A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A224E5-4CAD-4EAC-BFF1-3B2F34270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7303E8-F549-4142-BFD5-53A19F3679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0A16B-2040-402A-B927-5B00AB06D4D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7276C3-D5F9-46F5-8829-23223006A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FBCF07-E32D-4519-8DDB-4DEB88F6B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B8171-6461-41D2-9FAA-4CB5D20E75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457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ttendance-scp-app-ixjrk6bqtchdsrucmpl9gd.streamlit.app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mailto:jahan0701@snu.ac.k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92B266-B448-425B-A7ED-CEC0EC375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03386"/>
          </a:xfrm>
        </p:spPr>
        <p:txBody>
          <a:bodyPr/>
          <a:lstStyle/>
          <a:p>
            <a:r>
              <a:rPr lang="en-US" altLang="ko-KR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SCP </a:t>
            </a:r>
            <a:r>
              <a:rPr lang="ko-KR" altLang="en-US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출결 </a:t>
            </a:r>
            <a:r>
              <a:rPr lang="ko-KR" altLang="en-US" b="1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관리앱</a:t>
            </a:r>
            <a:r>
              <a:rPr lang="ko-KR" altLang="en-US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가이드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3165E13-84D8-476F-A6AF-0D7E789A7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806995"/>
            <a:ext cx="12192000" cy="2450805"/>
          </a:xfrm>
        </p:spPr>
        <p:txBody>
          <a:bodyPr>
            <a:normAutofit fontScale="85000" lnSpcReduction="20000"/>
          </a:bodyPr>
          <a:lstStyle/>
          <a:p>
            <a:endParaRPr lang="en-US" altLang="ko-KR" sz="28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r>
              <a:rPr lang="ko-KR" altLang="en-US" sz="28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작성일</a:t>
            </a:r>
            <a:r>
              <a:rPr lang="en-US" altLang="ko-KR" sz="28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</a:t>
            </a:r>
            <a:r>
              <a:rPr lang="ko-KR" altLang="en-US" sz="28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28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2026.02.02</a:t>
            </a:r>
          </a:p>
          <a:p>
            <a:r>
              <a:rPr lang="ko-KR" altLang="en-US" sz="28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작성자</a:t>
            </a:r>
            <a:r>
              <a:rPr lang="en-US" altLang="ko-KR" sz="28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28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이재한</a:t>
            </a:r>
            <a:endParaRPr lang="en-US" altLang="ko-KR" sz="28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endParaRPr lang="en-US" altLang="ko-KR" sz="28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r>
              <a:rPr lang="ko-KR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앱 접속 링크</a:t>
            </a:r>
            <a:r>
              <a:rPr lang="en-US" altLang="ko-K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</a:p>
          <a:p>
            <a:r>
              <a:rPr lang="en-US" altLang="ko-KR" sz="3100" dirty="0">
                <a:latin typeface="KoPub돋움체 Medium" panose="02020603020101020101" pitchFamily="18" charset="-127"/>
                <a:ea typeface="KoPub돋움체 Medium" panose="02020603020101020101" pitchFamily="18" charset="-127"/>
                <a:hlinkClick r:id="rId2"/>
              </a:rPr>
              <a:t>https://attendance-scp-app-ixjrk6bqtchdsrucmpl9gd.streamlit.app/</a:t>
            </a:r>
            <a:endParaRPr lang="ko-KR" altLang="en-US" sz="31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9252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0A899EA-92D8-4561-8236-B24FC8BF7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6"/>
            <a:ext cx="31623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ED0119D-8EDB-40B1-BD6C-30D5E029C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850" y="0"/>
            <a:ext cx="3162300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5C9CD97-D1EA-4BA5-B54B-1ADCC6317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0" y="0"/>
            <a:ext cx="3162300" cy="6858000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1C55D0F-3B82-4A44-A73B-833BAB45D147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332074" y="2892056"/>
            <a:ext cx="2182776" cy="536944"/>
          </a:xfrm>
          <a:prstGeom prst="straightConnector1">
            <a:avLst/>
          </a:prstGeom>
          <a:ln w="3492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C508A3A-E84E-47C5-BA25-C81B5671BA87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7153493" y="3429000"/>
            <a:ext cx="1876207" cy="199516"/>
          </a:xfrm>
          <a:prstGeom prst="straightConnector1">
            <a:avLst/>
          </a:prstGeom>
          <a:ln w="3492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ED5A8F5-38CF-4EEF-9603-3E8CAA9BC9BB}"/>
              </a:ext>
            </a:extLst>
          </p:cNvPr>
          <p:cNvSpPr txBox="1"/>
          <p:nvPr/>
        </p:nvSpPr>
        <p:spPr>
          <a:xfrm>
            <a:off x="2050325" y="4451002"/>
            <a:ext cx="321633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1. 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접속 후 </a:t>
            </a:r>
            <a:r>
              <a:rPr lang="ko-KR" altLang="en-US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위치 공유를 허용합니다</a:t>
            </a:r>
            <a:r>
              <a:rPr lang="en-US" altLang="ko-KR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필수</a:t>
            </a:r>
            <a:r>
              <a:rPr lang="en-US" altLang="ko-KR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).</a:t>
            </a:r>
          </a:p>
          <a:p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2. ‘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사용자 선택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’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을 눌러 자신의 이름을 선택합니다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  <a:endParaRPr lang="ko-KR" altLang="en-US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56CABB-D424-42E6-A27B-70D934127F27}"/>
              </a:ext>
            </a:extLst>
          </p:cNvPr>
          <p:cNvSpPr txBox="1"/>
          <p:nvPr/>
        </p:nvSpPr>
        <p:spPr>
          <a:xfrm>
            <a:off x="8314049" y="5274301"/>
            <a:ext cx="3325057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3. 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출근이 가능한 거리 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(35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동 중앙으로부터 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100m 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이내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이면 출퇴근 버튼이 활성화 됩니다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5063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D15A724-BCD1-4194-8E19-41E14ED4F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049"/>
            <a:ext cx="31623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33F79F3-6015-4843-A727-F2071F63A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850" y="-3049"/>
            <a:ext cx="31623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ED5A8F5-38CF-4EEF-9603-3E8CAA9BC9BB}"/>
              </a:ext>
            </a:extLst>
          </p:cNvPr>
          <p:cNvSpPr txBox="1"/>
          <p:nvPr/>
        </p:nvSpPr>
        <p:spPr>
          <a:xfrm>
            <a:off x="1164278" y="4302146"/>
            <a:ext cx="2479145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4. 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출근과 퇴근을 기록한 후에는 다시 기록할 수 없습니다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 (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중복 방지</a:t>
            </a:r>
            <a:r>
              <a:rPr lang="en-US" altLang="ko-KR" sz="12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endParaRPr lang="ko-KR" altLang="en-US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0D55B92-B234-4C7E-A8E0-08AED066E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0" y="-3049"/>
            <a:ext cx="316230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356CABB-D424-42E6-A27B-70D934127F27}"/>
              </a:ext>
            </a:extLst>
          </p:cNvPr>
          <p:cNvSpPr txBox="1"/>
          <p:nvPr/>
        </p:nvSpPr>
        <p:spPr>
          <a:xfrm>
            <a:off x="7882270" y="4869641"/>
            <a:ext cx="3325057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5. 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정해진 오후 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6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 이전에 퇴근하고자 할 경우 조퇴사유를 입력해야 합니다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  </a:t>
            </a:r>
            <a:endParaRPr lang="ko-KR" altLang="en-US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760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0356CABB-D424-42E6-A27B-70D934127F27}"/>
              </a:ext>
            </a:extLst>
          </p:cNvPr>
          <p:cNvSpPr txBox="1"/>
          <p:nvPr/>
        </p:nvSpPr>
        <p:spPr>
          <a:xfrm>
            <a:off x="8045303" y="2351782"/>
            <a:ext cx="3877340" cy="21544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주의 사항</a:t>
            </a:r>
            <a:endParaRPr lang="en-US" altLang="ko-KR" sz="14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데스크톱으로 접속 시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라우터의 위치가 잡히므로 기지국에 연결된 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셀룰러 데이터 사용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망을 통해 접속해 주세요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!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새로 고침 시 맨 처음부터 다시 시작하셔야 합니다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 (</a:t>
            </a:r>
            <a:r>
              <a:rPr lang="en-US" altLang="ko-KR" sz="12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Streamlit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환경에서 </a:t>
            </a:r>
            <a:r>
              <a:rPr lang="ko-KR" altLang="en-US" sz="12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캐싱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불가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</a:p>
          <a:p>
            <a:endParaRPr lang="en-US" altLang="ko-KR" sz="14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앱 동작 버그 및 관련 문의사항은 아래 연락처로 바랍니다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</a:p>
          <a:p>
            <a:endParaRPr lang="en-US" altLang="ko-KR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이메일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  <a:hlinkClick r:id="rId2"/>
              </a:rPr>
              <a:t>jahan0701@snu.ac.kr</a:t>
            </a:r>
            <a:endParaRPr lang="en-US" altLang="ko-KR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전화번호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010-3517-1533</a:t>
            </a:r>
            <a:endParaRPr lang="ko-KR" altLang="en-US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B778E17-D4B5-4F1B-BF6F-B3048975F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1623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07D65FA-199D-4BBC-ACF0-623CD7EDB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850" y="0"/>
            <a:ext cx="31623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ED5A8F5-38CF-4EEF-9603-3E8CAA9BC9BB}"/>
              </a:ext>
            </a:extLst>
          </p:cNvPr>
          <p:cNvSpPr txBox="1"/>
          <p:nvPr/>
        </p:nvSpPr>
        <p:spPr>
          <a:xfrm>
            <a:off x="3427227" y="892143"/>
            <a:ext cx="2943661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6. 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전체 기록보기를 통해 오늘 자 출결 현황과 월간 요약을 확인할 수 있습니다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  <a:endParaRPr lang="ko-KR" altLang="en-US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F5F1B91-A6EA-4DF0-B9C7-A09194FF114A}"/>
              </a:ext>
            </a:extLst>
          </p:cNvPr>
          <p:cNvCxnSpPr>
            <a:cxnSpLocks/>
          </p:cNvCxnSpPr>
          <p:nvPr/>
        </p:nvCxnSpPr>
        <p:spPr>
          <a:xfrm>
            <a:off x="2395869" y="1814623"/>
            <a:ext cx="2062717" cy="1509824"/>
          </a:xfrm>
          <a:prstGeom prst="straightConnector1">
            <a:avLst/>
          </a:prstGeom>
          <a:ln w="3492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8211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6D1BAED-4CC6-449F-9AAD-B26B546A55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447" b="51941"/>
          <a:stretch/>
        </p:blipFill>
        <p:spPr>
          <a:xfrm>
            <a:off x="0" y="548003"/>
            <a:ext cx="3162300" cy="285373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2E74539-56D2-4117-A579-0248870F31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706" b="26154"/>
          <a:stretch/>
        </p:blipFill>
        <p:spPr>
          <a:xfrm>
            <a:off x="4514850" y="360727"/>
            <a:ext cx="3162300" cy="323284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4850987-C56B-4C73-AA97-AAD129FCC4E9}"/>
              </a:ext>
            </a:extLst>
          </p:cNvPr>
          <p:cNvSpPr/>
          <p:nvPr/>
        </p:nvSpPr>
        <p:spPr>
          <a:xfrm>
            <a:off x="4699279" y="1992483"/>
            <a:ext cx="2793442" cy="3516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A69C5A6-08E4-457A-9856-4AD545FB3EC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605" b="39450"/>
          <a:stretch/>
        </p:blipFill>
        <p:spPr>
          <a:xfrm>
            <a:off x="9029700" y="218951"/>
            <a:ext cx="3162300" cy="36995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D326CB5-48E3-4C9F-B4D1-E7B3086CE8FC}"/>
              </a:ext>
            </a:extLst>
          </p:cNvPr>
          <p:cNvSpPr txBox="1"/>
          <p:nvPr/>
        </p:nvSpPr>
        <p:spPr>
          <a:xfrm>
            <a:off x="2407900" y="4135977"/>
            <a:ext cx="7029713" cy="23688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(iOS) </a:t>
            </a:r>
            <a:r>
              <a:rPr lang="ko-KR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위치 제대로 뜨지 않는 경우 </a:t>
            </a:r>
            <a:r>
              <a:rPr lang="en-US" altLang="ko-KR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Safari </a:t>
            </a:r>
            <a:r>
              <a:rPr lang="ko-KR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위치 권한 설정 방법</a:t>
            </a:r>
          </a:p>
          <a:p>
            <a:pPr marL="285750" indent="-285750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설정 앱 열기</a:t>
            </a:r>
            <a:endParaRPr lang="en-US" altLang="ko-KR" sz="14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아래로 스크롤하여 </a:t>
            </a:r>
            <a:r>
              <a: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Safari</a:t>
            </a:r>
            <a:r>
              <a:rPr lang="ko-KR" alt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를 찾고 눌러 들어갑니다</a:t>
            </a:r>
            <a:r>
              <a: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Safari </a:t>
            </a:r>
            <a:r>
              <a:rPr lang="ko-KR" alt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설정 화면에서 위치 항목을 찾습니다</a:t>
            </a:r>
            <a:r>
              <a: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Safari </a:t>
            </a:r>
            <a:r>
              <a:rPr lang="ko-KR" alt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위치 권한을 </a:t>
            </a:r>
            <a:r>
              <a: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"</a:t>
            </a:r>
            <a:r>
              <a:rPr lang="ko-KR" alt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앱 사용 중 허용</a:t>
            </a:r>
            <a:r>
              <a: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"</a:t>
            </a:r>
            <a:r>
              <a:rPr lang="ko-KR" alt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으로 설정한 뒤</a:t>
            </a:r>
            <a:r>
              <a: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</a:t>
            </a:r>
          </a:p>
          <a:p>
            <a:pPr marL="285750" indent="-285750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설정 → 개인정보 보호 및 보안 → 위치 서비스 → </a:t>
            </a:r>
            <a:r>
              <a: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Safari </a:t>
            </a:r>
            <a:r>
              <a:rPr lang="ko-KR" alt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웹사이트로 이동합니다</a:t>
            </a:r>
            <a:r>
              <a: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Safari </a:t>
            </a:r>
            <a:r>
              <a:rPr lang="ko-KR" alt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웹사이트 권한에서 정확한 위치</a:t>
            </a:r>
            <a:r>
              <a: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자세한 위치</a:t>
            </a:r>
            <a:r>
              <a: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</a:t>
            </a:r>
            <a:r>
              <a:rPr lang="ko-KR" altLang="en-US" sz="14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토글을</a:t>
            </a:r>
            <a:r>
              <a:rPr lang="ko-KR" alt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켜면 됩니다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  <a:endParaRPr lang="ko-KR" altLang="en-US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5DBBE19-B565-43EF-933C-2AE4DC840611}"/>
              </a:ext>
            </a:extLst>
          </p:cNvPr>
          <p:cNvSpPr/>
          <p:nvPr/>
        </p:nvSpPr>
        <p:spPr>
          <a:xfrm>
            <a:off x="9214129" y="2857947"/>
            <a:ext cx="2793442" cy="3516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DE35051-8820-40D7-8AFE-3FEBBE1EB3B8}"/>
              </a:ext>
            </a:extLst>
          </p:cNvPr>
          <p:cNvSpPr/>
          <p:nvPr/>
        </p:nvSpPr>
        <p:spPr>
          <a:xfrm>
            <a:off x="184429" y="1171760"/>
            <a:ext cx="2793442" cy="3516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C721F26-4CE9-4A66-97D6-3BC11809E200}"/>
              </a:ext>
            </a:extLst>
          </p:cNvPr>
          <p:cNvCxnSpPr>
            <a:cxnSpLocks/>
          </p:cNvCxnSpPr>
          <p:nvPr/>
        </p:nvCxnSpPr>
        <p:spPr>
          <a:xfrm>
            <a:off x="3444493" y="2037126"/>
            <a:ext cx="0" cy="1172513"/>
          </a:xfrm>
          <a:prstGeom prst="straightConnector1">
            <a:avLst/>
          </a:prstGeom>
          <a:ln w="3492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A5FC68A-E88D-4A9A-8D17-B608B2B496DB}"/>
              </a:ext>
            </a:extLst>
          </p:cNvPr>
          <p:cNvCxnSpPr>
            <a:cxnSpLocks/>
          </p:cNvCxnSpPr>
          <p:nvPr/>
        </p:nvCxnSpPr>
        <p:spPr>
          <a:xfrm>
            <a:off x="7324812" y="2181137"/>
            <a:ext cx="1550740" cy="0"/>
          </a:xfrm>
          <a:prstGeom prst="straightConnector1">
            <a:avLst/>
          </a:prstGeom>
          <a:ln w="3492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148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235</Words>
  <Application>Microsoft Office PowerPoint</Application>
  <PresentationFormat>와이드스크린</PresentationFormat>
  <Paragraphs>28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KoPub돋움체 Medium</vt:lpstr>
      <vt:lpstr>맑은 고딕</vt:lpstr>
      <vt:lpstr>Arial</vt:lpstr>
      <vt:lpstr>Wingdings</vt:lpstr>
      <vt:lpstr>Office 테마</vt:lpstr>
      <vt:lpstr>SCP 출결 관리앱 가이드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SCP 출결 관리앱 가이드</dc:title>
  <dc:creator>이재한</dc:creator>
  <cp:lastModifiedBy>이재한</cp:lastModifiedBy>
  <cp:revision>10</cp:revision>
  <dcterms:created xsi:type="dcterms:W3CDTF">2026-02-02T03:33:41Z</dcterms:created>
  <dcterms:modified xsi:type="dcterms:W3CDTF">2026-02-02T05:46:23Z</dcterms:modified>
</cp:coreProperties>
</file>